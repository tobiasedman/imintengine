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F2A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4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v8b</c:v>
                  </c:pt>
                  <c:pt idx="1">
                    <c:v>v8</c:v>
                  </c:pt>
                  <c:pt idx="2">
                    <c:v>NMD (labelkälla)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43.1</c:v>
                </c:pt>
                <c:pt idx="1">
                  <c:v>41.6</c:v>
                </c:pt>
                <c:pt idx="2">
                  <c:v>39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F2A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30"/>
        </c:scaling>
        <c:delete val="0"/>
        <c:axPos val="l"/>
        <c:majorGridlines>
          <c:spPr>
            <a:ln w="12700" cap="flat">
              <a:solidFill>
                <a:srgbClr val="E0E4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mIoU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5F5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v6a</c:v>
                  </c:pt>
                  <c:pt idx="1">
                    <c:v>300M/256</c:v>
                  </c:pt>
                  <c:pt idx="2">
                    <c:v>600M/512</c:v>
                  </c:pt>
                  <c:pt idx="3">
                    <c:v>v8</c:v>
                  </c:pt>
                  <c:pt idx="4">
                    <c:v>v8b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0.366</c:v>
                </c:pt>
                <c:pt idx="1">
                  <c:v>0.472</c:v>
                </c:pt>
                <c:pt idx="2">
                  <c:v>0.477</c:v>
                </c:pt>
                <c:pt idx="3">
                  <c:v>0.515</c:v>
                </c:pt>
                <c:pt idx="4">
                  <c:v>0.535</c:v>
                </c:pt>
              </c:numCache>
            </c:numRef>
          </c:val>
          <c:smooth val="1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F5F5F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l"/>
        <c:majorGridlines>
          <c:spPr>
            <a:ln w="12700" cap="flat">
              <a:solidFill>
                <a:srgbClr val="3550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BC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IMINT · v8b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Multitemporal Sentinel-2-modell för svensk marktäckning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564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 slår NMD — sin egen labelkälla — </a:t>
            </a:r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på alla standardmått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Fältvalidering mot Riksskogstaxeringen: overall 46,5 % vs 40,2 %, kappa 0,34 vs 0,26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klasser (unified)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7 882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2152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tiles, hela Sverige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Prithvi-600M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64224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backbone, 504 px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26296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0,5352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26296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mIoU (20 epoker)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Skogstyp mot fältdata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Skogstyps-accuracy (tall / gran / löv / bland), samma 944 NFI-plottar, 4-vägs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överträffar läraren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7680960" y="261518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7973568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Tränad PÅ NMD-etiketter — ändå bättre än NMD vid de faktiska fältpunkterna.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680960" y="375818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7973568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Avbrusar NMD:s per-pixel-fel via multitemporal S2 + LiDAR-härledd aux.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680960" y="490118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7973568" y="4800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0,82 för tallskog mot fältmätt sanning.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Standardmått — user's / producer's / F1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Confusion-matris över alla plottar (4 skogstyper + icke-skog), samma metrik som NMD/WorldCover rapporterar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(5-klass)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 </a:t>
            </a:r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46,5 %</a:t>
            </a:r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NMD </a:t>
            </a:r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40,2 %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 </a:t>
            </a:r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0,339</a:t>
            </a:r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NMD </a:t>
            </a:r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0,255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v8b User's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v8b Prod.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v8b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E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 User's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 Prod.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E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tallskog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granskog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lövskog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blandskog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= precision · Producer's = recall. v8b har högre F1 för alla fyra skogsklasser, samt högre overall accuracy och kappa.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betyder det?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Modellhistorik — val mIoU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5544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7007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Bättre än nationella produkten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75120" y="213055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skogstyp mot fältdata slår v8b NMD på F1, overall accuracy och kappa — den operativa svenska marktäckningsprodukten.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3090672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32369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Fältvaliderad, inte bara val-split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75120" y="3666744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0,70–0,82 mot Riksskogstaxeringen = äkta diskriminativ signal mot oberoende grundsanning.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4626864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477316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WorldCover utesluten — och varför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75120" y="520293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optisk, ingen LiDAR/struktur, bara ”tree cover”. Inte jämförbar på skogstyp.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absoluta talen speglar att 4-vägs skogstyp i en 10 m-pixel mot en fältplott är genuint svårt — för alla metoder.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2026-08-05T11:30:57Z</dcterms:created>
  <dcterms:modified xsi:type="dcterms:W3CDTF">2026-08-05T11:30:57Z</dcterms:modified>
</cp:coreProperties>
</file>